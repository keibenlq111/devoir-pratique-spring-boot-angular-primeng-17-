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GESTION DE DATASETS &amp; MODÈLES ML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 — README, clarté du code, démonstration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Intelligence Artificielle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Devoir pratique Spring Boot &amp; Angular (PrimeNG 17) — Année 2026/2027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devoir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le développement full-stack : API REST côté serveur, interface riche côté client.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C:\Users\Faycal Ben\AppData\Local\Temp\claude\C--Users-Faycal-Ben-Downloads-Projet-2-datasetsMachineLearning\a99ef5f1-5252-4b38-a639-392909e3b900\scratchpad\pptx\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3" y="2277313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67128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structurée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63040" y="2532888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Spring Data JPA, CRUD complet sur 3 entités liées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77356" y="19659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2" name="Shape 8"/>
          <p:cNvSpPr/>
          <p:nvPr/>
        </p:nvSpPr>
        <p:spPr>
          <a:xfrm>
            <a:off x="6533388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C:\Users\Faycal Ben\AppData\Local\Temp\claude\C--Users-Faycal-Ben-Downloads-Projet-2-datasetsMachineLearning\a99ef5f1-5252-4b38-a639-392909e3b900\scratchpad\pptx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709" y="2277313"/>
            <a:ext cx="392278" cy="3922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91756" y="2167128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erreurs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191756" y="2532888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jakarta.validation + gestion centralisée via @RestControllerAdvice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C:\Users\Faycal Ben\AppData\Local\Temp\claude\C--Users-Faycal-Ben-Downloads-Projet-2-datasetsMachineLearning\a99ef5f1-5252-4b38-a639-392909e3b900\scratchpad\pptx\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" y="4014673"/>
            <a:ext cx="392278" cy="39227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904488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63040" y="4270248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springdoc-openapi, interface interactive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77356" y="37033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533388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C:\Users\Faycal Ben\AppData\Local\Temp\claude\C--Users-Faycal-Ben-Downloads-Projet-2-datasetsMachineLearning\a99ef5f1-5252-4b38-a639-392909e3b900\scratchpad\pptx\lap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709" y="4014673"/>
            <a:ext cx="392278" cy="39227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91756" y="3904488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Angular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191756" y="4270248"/>
            <a:ext cx="42656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PrimeNG 17 : tableaux, formulaires réactifs, boîtes de dialogue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6403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03320"/>
                <a:gridCol w="370332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Entité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Attributs principaux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 SQL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nom, description, source, nombreobservations, format (enum), dateAjout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1 Dataset → N Experimentation (@OneToMany)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ModeleML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nom, typeml (enum), algorithme, version, dateCreation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1 ModeleML → N Experimentation (@OneToMany)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modeleml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Experimentation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accuracy [0-1], f1Score [0-1], dureeEntrainement, dateExecution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N Experimentation → 1 Dataset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N Experimentation → 1 ModeleML (@ManyToOne)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</a:rPr>
                        <a:t>experimentation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Experimentation référence exactement un Dataset et un ModeleML — clé de la traçabilité expérimentale.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backend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80360" y="16002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1600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32120" y="16002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52160" y="1600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16002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503920" y="1600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0" y="16002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DTO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26060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des couches : chaque controller ne fait que router vers un service, aucune logique métier dans les endpoints.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C:\Users\Faycal Ben\AppData\Local\Temp\claude\C--Users-Faycal-Ben-Downloads-Projet-2-datasetsMachineLearning\a99ef5f1-5252-4b38-a639-392909e3b900\scratchpad\pptx\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497580"/>
            <a:ext cx="356616" cy="3566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53312" y="3355848"/>
            <a:ext cx="4402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53312" y="3675888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@NotBlank, @NotNull, @DecimalMin/Max (0-1) sur accuracy/f1Score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77356" y="324612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3" name="Shape 19"/>
          <p:cNvSpPr/>
          <p:nvPr/>
        </p:nvSpPr>
        <p:spPr>
          <a:xfrm>
            <a:off x="6478524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C:\Users\Faycal Ben\AppData\Local\Temp\claude\C--Users-Faycal-Ben-Downloads-Projet-2-datasetsMachineLearning\a99ef5f1-5252-4b38-a639-392909e3b900\scratchpad\pptx\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497580"/>
            <a:ext cx="356616" cy="3566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82028" y="3355848"/>
            <a:ext cx="4402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centralisées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082028" y="3675888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→ réponse {code, message, timestamp}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4462272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8" name="Shape 23"/>
          <p:cNvSpPr/>
          <p:nvPr/>
        </p:nvSpPr>
        <p:spPr>
          <a:xfrm>
            <a:off x="749808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C:\Users\Faycal Ben\AppData\Local\Temp\claude\C--Users-Faycal-Ben-Downloads-Projet-2-datasetsMachineLearning\a99ef5f1-5252-4b38-a639-392909e3b900\scratchpad\pptx\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713732"/>
            <a:ext cx="356616" cy="3566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53312" y="4572000"/>
            <a:ext cx="4402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353312" y="489204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springdoc-openapi-starter-webmvc-ui, /swagger-ui.html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277356" y="4462272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33" name="Shape 27"/>
          <p:cNvSpPr/>
          <p:nvPr/>
        </p:nvSpPr>
        <p:spPr>
          <a:xfrm>
            <a:off x="6478524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C:\Users\Faycal Ben\AppData\Local\Temp\claude\C--Users-Faycal-Ben-Downloads-Projet-2-datasetsMachineLearning\a99ef5f1-5252-4b38-a639-392909e3b900\scratchpad\pptx\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713732"/>
            <a:ext cx="356616" cy="35661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2028" y="4572000"/>
            <a:ext cx="4402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configuré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7082028" y="4892040"/>
            <a:ext cx="4402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Autorise localhost:4200 (Angular) vers /api/**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frontend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62956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572768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72287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standalone (sans NgModule racine)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avec lazy loading (loadComponent)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réactifs (ReactiveFormsModule)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HttpClient dédié par entité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vues : Datasets, Modèles ML, Expérimentations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7356" y="1371600"/>
            <a:ext cx="5362956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6597396" y="1572768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PrimeNG 17 — par vue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97396" y="2057400"/>
            <a:ext cx="472287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p-table : pagination, tri par colonne, recherche globale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p-dialog : formulaire de création / modification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p-confirmDialog : confirmation avant suppression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p-toast : notifications de succès / erreur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p-dropdown, p-calendar, p-inputNumber : saisie validée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&amp; installation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README par dossier — chacun autonome, avec prérequis, étapes et liens utiles.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62956" cy="406908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datasetsMachineLearning/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1431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Créer la base : CREATE DATABASE datasets_ml;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Adapter user/password dans application.properties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./mvnw spring-boot:run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API sur localhost:8080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Swagger UI : /swagger-ui.html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874520"/>
            <a:ext cx="5362956" cy="4069080"/>
          </a:xfrm>
          <a:prstGeom prst="roundRect">
            <a:avLst>
              <a:gd name="adj" fmla="val 1798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6551676" y="2075688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Angulardataset/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51676" y="2560320"/>
            <a:ext cx="481431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npm install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npm start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Application sur localhost:4200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Le backend doit tourner sur :8080 (CORS)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npm run build pour la prod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536192"/>
            <a:ext cx="3246120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3619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Experimentation incomplète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1371600"/>
            <a:ext cx="7251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manquants ajoutés (accuracy, f1Score, dureeEntrainement, dateExecution) avec bornes 0-1 via @DecimalMin/@DecimalMax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724912"/>
            <a:ext cx="3246120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72491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API à la création (500)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2560320"/>
            <a:ext cx="7251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id en int primitif + Jackson → NullPointerException si absent du JSON. Migré vers Integer dans les 3 DTOs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3913632"/>
            <a:ext cx="3246120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1363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entre Angular (4200) et Spring Boot (8080)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06240" y="3749040"/>
            <a:ext cx="7251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WebMvcConfigurer dédié autorisant localhost:4200 sur /api/**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5102352"/>
            <a:ext cx="3246120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10235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PrimeNG (calendrier, dropdown) dans les formulaires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06240" y="4937760"/>
            <a:ext cx="72511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testée en conditions réelles : reactive forms + ControlValueAccessor de PrimeNG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C:\Users\Faycal Ben\AppData\Local\Temp\claude\C--Users-Faycal-Ben-Downloads-Projet-2-datasetsMachineLearning\a99ef5f1-5252-4b38-a639-392909e3b900\scratchpad\pptx\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démonstration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validée de bout en bout, API et interface, avant le rendu.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29968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testées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CRUD complet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90138" y="192024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3390138" y="2029968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27298" y="2697480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validation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structurées (ex. accuracy)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31636" y="192024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231636" y="2029968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68796" y="2697480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introuvable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gérée proprement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73134" y="1920240"/>
            <a:ext cx="2567178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9073134" y="2029968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210294" y="2697480"/>
            <a:ext cx="22928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fonctionnelles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(table + formulaire + dialog)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3794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démonstration recommandé pour la vidéo 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20624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: présenter les endpoints des 3 entités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Dataset puis un Modèle ML depuis l'interface Angular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Expérimentation en liant le dataset et le modèle créés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ligne, puis la supprimer avec confirmation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une erreur de validation (ex. accuracy &gt; 1)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486400" cy="5486400"/>
          </a:xfrm>
          <a:prstGeom prst="ellipse">
            <a:avLst/>
          </a:prstGeom>
          <a:solidFill>
            <a:srgbClr val="28337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283374"/>
          </a:solidFill>
          <a:ln/>
        </p:spPr>
      </p:sp>
      <p:pic>
        <p:nvPicPr>
          <p:cNvPr id="4" name="Image 0" descr="C:\Users\Faycal Ben\AppData\Local\Temp\claude\C--Users-Faycal-Ben-Downloads-Projet-2-datasetsMachineLearning\a99ef5f1-5252-4b38-a639-392909e3b900\scratchpad\pptx\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702442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40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structurée, validée et documentée (Swagger)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JPA avec relations bidirectionnelles maîtrisées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centralisée et réponses structurées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Angular/PrimeNG complète sur les 3 entités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sérialisation identifié et corrigé pendant les tests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846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prêts : code source, README backend + frontend, ce rapport, application testée.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IA — Devoir pratique Spring Boot &amp; Angular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271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documentation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2026-08-13T00:28:53Z</dcterms:created>
  <dcterms:modified xsi:type="dcterms:W3CDTF">2026-08-13T00:28:53Z</dcterms:modified>
</cp:coreProperties>
</file>